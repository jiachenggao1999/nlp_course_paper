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开场：今天汇报一个关于多轮历史压缩的小实验。
问题不是哪个 prompt 更漂亮，而是在固定上下文预算下，历史信息应该怎样分配。
很多系统默认保留最近轮次原文，但这里要问：最近是否真的等于相关？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 先从系统需求讲起：多轮对话不能无限塞完整历史，所以压缩是必然的。
常见做法是保留最近轮次，因为最近信息通常最重要。
但在推理问答中，真正关键的证据可能出现在早期。于是 recent 和 relevant 之间就出现了冲突。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这页强调 contribution。
第一，设计一个可控的诊断数据，把证据位置作为变量；第二，控制住模型、预算和 prompt，只比较历史表示架构；第三，通过分层和错误标注解释现象。
最重要的结果是 +14pp 和 -12pp 不是两个独立现象，而是同一个预算分配策略带来的双面效果。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这里讲方法架构。数据从 MuSiQue 多跳问答来，转成四选一，再构造多轮 note-collection dialogue。
三种历史表示：完整历史、one-shot 摘要、hybrid 旧历史摘要加最近轮次原文。
重点是控制：同一个问题、同一个 answer model、同一个 answer prompt、相近压缩预算。真正变的是预算分配位置。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这页是主结果。整体准确率 one-shot 85，hybrid 86，看起来几乎一样。
但分层后完全不同：当关键证据在 recent window，hybrid 从 86 到 100，提升 14 个百分点。
当关键证据更早，hybrid 从 84 掉到 72，下降 12 个百分点。
所以不能只看总准确率，必须看 evidence position。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这里解释机制。profile 表显示，late 和 cross_turn 中 hybrid 有优势，far_middle 和 far_early 中 hybrid 劣势明显。
人工标注 22 个关键失败案例后，最大类是 evidence omitted，占 64%。
这支持前面的解释：问题主要不是模型不会推理，而是压缩后的历史表示没有保留足够明确的关键证据。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最后总结三点。第一，aggregate accuracy 不够，因为它会掩盖架构与证据位置的交互。
第二，最近轮次保留不是免费午餐：它在一类样本中帮助，在另一类样本中伤害。
第三，真正应该保留的是 relevant reasoning state，而不是默认保留 recent text。
因此这不是 hybrid 和 one-shot 谁绝对更好，而是固定预算下的信息分配问题。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6400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01828"/>
                </a:solidFill>
              </a:rPr>
              <a:t>Keep Recent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101828"/>
                </a:solidFill>
              </a:rPr>
              <a:t>or Keep Relevant?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232" y="2606040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467"/>
                </a:solidFill>
              </a:rPr>
              <a:t>Position-Dependent Trade-offs in Prompt-Based Compression of Multi-Turn Reasoning Histories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3232" y="3794760"/>
            <a:ext cx="722376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F7900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828"/>
                </a:solidFill>
              </a:rPr>
              <a:t>固定预算下，保留“最近轮次”会保护最近证据，也可能牺牲更早但真正相关的证据。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4892040"/>
            <a:ext cx="1920240" cy="329184"/>
          </a:xfrm>
          <a:prstGeom prst="rect">
            <a:avLst/>
          </a:prstGeom>
          <a:solidFill>
            <a:srgbClr val="EEF4FF"/>
          </a:solidFill>
          <a:ln w="12700">
            <a:solidFill>
              <a:srgbClr val="C7D7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172F3"/>
                </a:solidFill>
              </a:rPr>
              <a:t>6 分钟 NLP 课堂汇报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788920" y="4892040"/>
            <a:ext cx="3017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467"/>
                </a:solidFill>
              </a:rPr>
              <a:t>Qwen3-8B｜MuSiQue-Ans｜100 samples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046720" y="868680"/>
            <a:ext cx="356616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8" name="Image 0" descr="/mnt/data/recency_relevance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341137"/>
            <a:ext cx="3291840" cy="15447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21040" y="51846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467"/>
                </a:solidFill>
              </a:rPr>
              <a:t>核心图：aggregate 几乎相同，但分层后方向反转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E4E7EC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1208" y="656539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Keep Recent or Keep Relevant?｜NLP class report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Motivation：多轮历史越长，压缩越不可避免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常见工程直觉：保留最近原文，因为最近通常更重要。研究问题：当关键证据不最近时会怎样？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2606040"/>
            <a:ext cx="10287000" cy="0"/>
          </a:xfrm>
          <a:prstGeom prst="line">
            <a:avLst/>
          </a:prstGeom>
          <a:noFill/>
          <a:ln w="25400">
            <a:solidFill>
              <a:srgbClr val="E4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441448"/>
            <a:ext cx="329184" cy="32918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E4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8163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turn 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78608" y="2441448"/>
            <a:ext cx="329184" cy="329184"/>
          </a:xfrm>
          <a:prstGeom prst="ellipse">
            <a:avLst/>
          </a:prstGeom>
          <a:solidFill>
            <a:srgbClr val="FFF6ED"/>
          </a:solidFill>
          <a:ln w="16510">
            <a:solidFill>
              <a:srgbClr val="F790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28163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turn 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24528" y="2441448"/>
            <a:ext cx="329184" cy="329184"/>
          </a:xfrm>
          <a:prstGeom prst="ellipse">
            <a:avLst/>
          </a:prstGeom>
          <a:solidFill>
            <a:srgbClr val="FFF6ED"/>
          </a:solidFill>
          <a:ln w="16510">
            <a:solidFill>
              <a:srgbClr val="F790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28163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turn 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70448" y="2441448"/>
            <a:ext cx="329184" cy="32918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E4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28163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turn 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516368" y="2441448"/>
            <a:ext cx="329184" cy="32918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28163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turn 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162288" y="2441448"/>
            <a:ext cx="329184" cy="329184"/>
          </a:xfrm>
          <a:prstGeom prst="ellipse">
            <a:avLst/>
          </a:prstGeom>
          <a:solidFill>
            <a:srgbClr val="ECFDF3"/>
          </a:solidFill>
          <a:ln w="16510">
            <a:solidFill>
              <a:srgbClr val="12B7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15400" y="28163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turn 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625328" y="2441448"/>
            <a:ext cx="329184" cy="32918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78440" y="28163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final Q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57400" y="1691640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9009"/>
                </a:solidFill>
              </a:rPr>
              <a:t>relevant evidence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79009"/>
                </a:solidFill>
              </a:rPr>
              <a:t>可能在早期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92440" y="1691640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B76A"/>
                </a:solidFill>
              </a:rPr>
              <a:t>recent window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2B76A"/>
                </a:solidFill>
              </a:rPr>
              <a:t>通常被原文保留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3840480"/>
            <a:ext cx="10241280" cy="694944"/>
          </a:xfrm>
          <a:prstGeom prst="rect">
            <a:avLst/>
          </a:prstGeom>
          <a:solidFill>
            <a:srgbClr val="FFFFFF"/>
          </a:solidFill>
          <a:ln w="15240">
            <a:solidFill>
              <a:srgbClr val="6172F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828"/>
                </a:solidFill>
              </a:rPr>
              <a:t>核心冲突：recency 是位置偏置，relevance 是任务需求。两者不总是对齐。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05840" y="491947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72F3"/>
                </a:solidFill>
              </a:rPr>
              <a:t>•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61872" y="4892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01828"/>
                </a:solidFill>
              </a:rPr>
              <a:t>在 agent / dialogue QA 中，完整历史成本不断上升。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6400800" y="491947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B76A"/>
                </a:solidFill>
              </a:rPr>
              <a:t>•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56832" y="4892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01828"/>
                </a:solidFill>
              </a:rPr>
              <a:t>hybrid 策略很自然：旧历史摘要 + 最近轮次原文。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1005840" y="551383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9009"/>
                </a:solidFill>
              </a:rPr>
              <a:t>•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61872" y="5486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01828"/>
                </a:solidFill>
              </a:rPr>
              <a:t>但如果答案证据在旧历史中，最近原文可能不是帮助，而是预算挤占。</a:t>
            </a:r>
            <a:endParaRPr lang="en-US" sz="1420" dirty="0"/>
          </a:p>
        </p:txBody>
      </p:sp>
      <p:sp>
        <p:nvSpPr>
          <p:cNvPr id="28" name="Shape 26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E4E7EC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" y="656539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Keep Recent or Keep Relevant?｜NLP class report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Contribution：把“最近保留”变成一个可诊断问题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不是比较 prompt 技巧，而是比较固定预算下的历史信息分配。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B76A"/>
                </a:solidFill>
              </a:rPr>
              <a:t>+14pp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</a:rPr>
              <a:t>关键证据在 recent window：hybrid 明显更好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0" y="1600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2D20"/>
                </a:solidFill>
              </a:rPr>
              <a:t>−12pp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</a:rPr>
              <a:t>关键证据不在 recent window：hybrid 明显变差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92240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9009"/>
                </a:solidFill>
              </a:rPr>
              <a:t>64%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</a:rPr>
              <a:t>压缩失败主要来自 evidence omitted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0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172F3"/>
                </a:solidFill>
              </a:rPr>
              <a:t>100/100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</a:rPr>
              <a:t>full history 全对：样本可答，瓶颈来自压缩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154680"/>
            <a:ext cx="10424160" cy="0"/>
          </a:xfrm>
          <a:prstGeom prst="line">
            <a:avLst/>
          </a:prstGeom>
          <a:noFill/>
          <a:ln w="15240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033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172F3"/>
                </a:solidFill>
              </a:rPr>
              <a:t>1. 构造诊断场景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41605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01828"/>
                </a:solidFill>
              </a:rPr>
              <a:t>MuSiQue-Ans → 6–8 轮 source-note dialogue；显式控制证据落点。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43400" y="37033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9009"/>
                </a:solidFill>
              </a:rPr>
              <a:t>2. 控制压缩架构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43400" y="41605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01828"/>
                </a:solidFill>
              </a:rPr>
              <a:t>同模型、同预算、同回答 prompt；只改变 one-shot vs hybrid 的预算分配。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818120" y="37033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B76A"/>
                </a:solidFill>
              </a:rPr>
              <a:t>3. 解释失败机制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818120" y="41605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01828"/>
                </a:solidFill>
              </a:rPr>
              <a:t>按 evidence position 分层，并人工标注 compressed-condition failure。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60120" y="5596128"/>
            <a:ext cx="1005840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F7900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828"/>
                </a:solidFill>
              </a:rPr>
              <a:t>一句话贡献：揭示了 recency-retention 的条件性——它不是稳定增益，而是 architecture × evidence position 的交互。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E4E7EC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656539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Keep Recent or Keep Relevant?｜NLP class report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Experiment architecture：同题同模型，只改变历史表示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history 作为上界；核心比较 one-shot summary 与 hybrid summary + recent。</a:t>
            </a:r>
            <a:endParaRPr lang="en-US" sz="1250" dirty="0"/>
          </a:p>
        </p:txBody>
      </p:sp>
      <p:pic>
        <p:nvPicPr>
          <p:cNvPr id="4" name="Image 0" descr="/mnt/data/recency_relevance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65192"/>
            <a:ext cx="10835640" cy="3980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5522976"/>
            <a:ext cx="3154680" cy="329184"/>
          </a:xfrm>
          <a:prstGeom prst="rect">
            <a:avLst/>
          </a:prstGeom>
          <a:solidFill>
            <a:srgbClr val="EEF4FF"/>
          </a:solidFill>
          <a:ln w="12700">
            <a:solidFill>
              <a:srgbClr val="C7D7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172F3"/>
                </a:solidFill>
              </a:rPr>
              <a:t>Answer model：Qwen3-8B, thinking enabled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160520" y="5522976"/>
            <a:ext cx="3337560" cy="329184"/>
          </a:xfrm>
          <a:prstGeom prst="rect">
            <a:avLst/>
          </a:prstGeom>
          <a:solidFill>
            <a:srgbClr val="FFF6ED"/>
          </a:solidFill>
          <a:ln w="12700">
            <a:solidFill>
              <a:srgbClr val="FEDF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9009"/>
                </a:solidFill>
              </a:rPr>
              <a:t>Summarizer：same Qwen3-8B, thinking disabled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818120" y="5522976"/>
            <a:ext cx="2423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75467"/>
                </a:solidFill>
              </a:rPr>
              <a:t>Compression budget：≈800 tokens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818120" y="5925312"/>
            <a:ext cx="2423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75467"/>
                </a:solidFill>
              </a:rPr>
              <a:t>Main metric：Final-answer accuracy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41248" y="594360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8"/>
                </a:solidFill>
              </a:rPr>
              <a:t>关键控制变量：critical_evidence_in_recent_turn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E4E7EC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1208" y="656539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Keep Recent or Keep Relevant?｜NLP class report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result：总准确率“差不多”，分层后方向反转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Aggregate: one-shot 85/100, hybrid 86/100；但这会掩盖强烈的条件性。</a:t>
            </a:r>
            <a:endParaRPr lang="en-US" sz="1250" dirty="0"/>
          </a:p>
        </p:txBody>
      </p:sp>
      <p:pic>
        <p:nvPicPr>
          <p:cNvPr id="4" name="Image 0" descr="/mnt/data/recency_relevance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24340"/>
            <a:ext cx="7635240" cy="3583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4964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为什么 aggregate 会误导？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549640" y="196596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B76A"/>
                </a:solidFill>
              </a:rPr>
              <a:t>•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805672" y="193852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01828"/>
                </a:solidFill>
              </a:rPr>
              <a:t>recent-relevant：hybrid 原文保留关键证据 → 100%。</a:t>
            </a:r>
            <a:endParaRPr lang="en-US" sz="1420" dirty="0"/>
          </a:p>
        </p:txBody>
      </p:sp>
      <p:sp>
        <p:nvSpPr>
          <p:cNvPr id="8" name="Text 5"/>
          <p:cNvSpPr/>
          <p:nvPr/>
        </p:nvSpPr>
        <p:spPr>
          <a:xfrm>
            <a:off x="8549640" y="278892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2D20"/>
                </a:solidFill>
              </a:rPr>
              <a:t>•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805672" y="276148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01828"/>
                </a:solidFill>
              </a:rPr>
              <a:t>old-relevant：旧历史只有摘要预算 → 关键事实更易丢失。</a:t>
            </a:r>
            <a:endParaRPr lang="en-US" sz="1420" dirty="0"/>
          </a:p>
        </p:txBody>
      </p:sp>
      <p:sp>
        <p:nvSpPr>
          <p:cNvPr id="10" name="Text 7"/>
          <p:cNvSpPr/>
          <p:nvPr/>
        </p:nvSpPr>
        <p:spPr>
          <a:xfrm>
            <a:off x="8549640" y="361188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9009"/>
                </a:solidFill>
              </a:rPr>
              <a:t>•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805672" y="358444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01828"/>
                </a:solidFill>
              </a:rPr>
              <a:t>两种方向被平均后，只剩 1pp 的表面差距。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8503920" y="4736592"/>
            <a:ext cx="283464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6172F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828"/>
                </a:solidFill>
              </a:rPr>
              <a:t>Hybrid 的效果不是小，而是被平均掉了。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E4E7EC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" y="656539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Keep Recent or Keep Relevant?｜NLP class report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Mechanism：压缩失败主要来自“证据没有进入最终历史表示”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history 100% 说明题目本身可答；错误主要由 compressed history 的信息丢失触发。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49808" y="1234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</a:rPr>
              <a:t>按 evidence profile 看翻转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49808" y="1627632"/>
            <a:ext cx="1417320" cy="384048"/>
          </a:xfrm>
          <a:prstGeom prst="rect">
            <a:avLst/>
          </a:prstGeom>
          <a:solidFill>
            <a:srgbClr val="182230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67128" y="1627632"/>
            <a:ext cx="1097280" cy="384048"/>
          </a:xfrm>
          <a:prstGeom prst="rect">
            <a:avLst/>
          </a:prstGeom>
          <a:solidFill>
            <a:srgbClr val="182230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One-shot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4408" y="1627632"/>
            <a:ext cx="1097280" cy="384048"/>
          </a:xfrm>
          <a:prstGeom prst="rect">
            <a:avLst/>
          </a:prstGeom>
          <a:solidFill>
            <a:srgbClr val="182230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Hybrid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61688" y="1627632"/>
            <a:ext cx="1005840" cy="384048"/>
          </a:xfrm>
          <a:prstGeom prst="rect">
            <a:avLst/>
          </a:prstGeom>
          <a:solidFill>
            <a:srgbClr val="182230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011680"/>
            <a:ext cx="14173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cross_turn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2167128" y="2011680"/>
            <a:ext cx="109728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88%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3264408" y="2011680"/>
            <a:ext cx="1097280" cy="384048"/>
          </a:xfrm>
          <a:prstGeom prst="rect">
            <a:avLst/>
          </a:prstGeom>
          <a:solidFill>
            <a:srgbClr val="ECFDF3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4361688" y="2011680"/>
            <a:ext cx="1005840" cy="384048"/>
          </a:xfrm>
          <a:prstGeom prst="rect">
            <a:avLst/>
          </a:prstGeom>
          <a:solidFill>
            <a:srgbClr val="ECFDF3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+12pp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749808" y="2395728"/>
            <a:ext cx="14173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late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2167128" y="2395728"/>
            <a:ext cx="109728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84%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3264408" y="2395728"/>
            <a:ext cx="1097280" cy="384048"/>
          </a:xfrm>
          <a:prstGeom prst="rect">
            <a:avLst/>
          </a:prstGeom>
          <a:solidFill>
            <a:srgbClr val="ECFDF3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4361688" y="2395728"/>
            <a:ext cx="1005840" cy="384048"/>
          </a:xfrm>
          <a:prstGeom prst="rect">
            <a:avLst/>
          </a:prstGeom>
          <a:solidFill>
            <a:srgbClr val="ECFDF3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+16pp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749808" y="2779776"/>
            <a:ext cx="14173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far_middle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2167128" y="2779776"/>
            <a:ext cx="109728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88%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3264408" y="2779776"/>
            <a:ext cx="1097280" cy="384048"/>
          </a:xfrm>
          <a:prstGeom prst="rect">
            <a:avLst/>
          </a:prstGeom>
          <a:solidFill>
            <a:srgbClr val="FEF3F2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D92D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76%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4361688" y="2779776"/>
            <a:ext cx="1005840" cy="384048"/>
          </a:xfrm>
          <a:prstGeom prst="rect">
            <a:avLst/>
          </a:prstGeom>
          <a:solidFill>
            <a:srgbClr val="FEF3F2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D92D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−12pp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749808" y="3163824"/>
            <a:ext cx="14173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far_early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2167128" y="3163824"/>
            <a:ext cx="109728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3264408" y="3163824"/>
            <a:ext cx="1097280" cy="384048"/>
          </a:xfrm>
          <a:prstGeom prst="rect">
            <a:avLst/>
          </a:prstGeom>
          <a:solidFill>
            <a:srgbClr val="FEF3F2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D92D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68%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4361688" y="3163824"/>
            <a:ext cx="1005840" cy="384048"/>
          </a:xfrm>
          <a:prstGeom prst="rect">
            <a:avLst/>
          </a:prstGeom>
          <a:solidFill>
            <a:srgbClr val="FEF3F2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D92D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−12pp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6400800" y="12344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</a:rPr>
              <a:t>22 个 critical failure 的机制标注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400800" y="1627632"/>
            <a:ext cx="2651760" cy="384048"/>
          </a:xfrm>
          <a:prstGeom prst="rect">
            <a:avLst/>
          </a:prstGeom>
          <a:solidFill>
            <a:srgbClr val="182230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52560" y="1627632"/>
            <a:ext cx="822960" cy="384048"/>
          </a:xfrm>
          <a:prstGeom prst="rect">
            <a:avLst/>
          </a:prstGeom>
          <a:solidFill>
            <a:srgbClr val="182230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75520" y="1627632"/>
            <a:ext cx="822960" cy="384048"/>
          </a:xfrm>
          <a:prstGeom prst="rect">
            <a:avLst/>
          </a:prstGeom>
          <a:solidFill>
            <a:srgbClr val="182230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2011680"/>
            <a:ext cx="2651760" cy="384048"/>
          </a:xfrm>
          <a:prstGeom prst="rect">
            <a:avLst/>
          </a:prstGeom>
          <a:solidFill>
            <a:srgbClr val="FFF6ED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790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omitted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9052560" y="2011680"/>
            <a:ext cx="822960" cy="384048"/>
          </a:xfrm>
          <a:prstGeom prst="rect">
            <a:avLst/>
          </a:prstGeom>
          <a:solidFill>
            <a:srgbClr val="FFF6ED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790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9875520" y="2011680"/>
            <a:ext cx="822960" cy="384048"/>
          </a:xfrm>
          <a:prstGeom prst="rect">
            <a:avLst/>
          </a:prstGeom>
          <a:solidFill>
            <a:srgbClr val="FFF6ED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790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64%</a:t>
            </a:r>
            <a:endParaRPr lang="en-US" sz="1130" dirty="0"/>
          </a:p>
        </p:txBody>
      </p:sp>
      <p:sp>
        <p:nvSpPr>
          <p:cNvPr id="32" name="Text 30"/>
          <p:cNvSpPr/>
          <p:nvPr/>
        </p:nvSpPr>
        <p:spPr>
          <a:xfrm>
            <a:off x="6400800" y="2395728"/>
            <a:ext cx="265176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Distractor overweighted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9052560" y="2395728"/>
            <a:ext cx="82296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30" dirty="0"/>
          </a:p>
        </p:txBody>
      </p:sp>
      <p:sp>
        <p:nvSpPr>
          <p:cNvPr id="34" name="Text 32"/>
          <p:cNvSpPr/>
          <p:nvPr/>
        </p:nvSpPr>
        <p:spPr>
          <a:xfrm>
            <a:off x="9875520" y="2395728"/>
            <a:ext cx="82296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18%</a:t>
            </a: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6400800" y="2779776"/>
            <a:ext cx="265176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Recent distractor interference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9052560" y="2779776"/>
            <a:ext cx="82296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30" dirty="0"/>
          </a:p>
        </p:txBody>
      </p:sp>
      <p:sp>
        <p:nvSpPr>
          <p:cNvPr id="37" name="Text 35"/>
          <p:cNvSpPr/>
          <p:nvPr/>
        </p:nvSpPr>
        <p:spPr>
          <a:xfrm>
            <a:off x="9875520" y="2779776"/>
            <a:ext cx="82296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9%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400800" y="3163824"/>
            <a:ext cx="265176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major compression loss</a:t>
            </a:r>
            <a:endParaRPr lang="en-US" sz="1130" dirty="0"/>
          </a:p>
        </p:txBody>
      </p:sp>
      <p:sp>
        <p:nvSpPr>
          <p:cNvPr id="39" name="Text 37"/>
          <p:cNvSpPr/>
          <p:nvPr/>
        </p:nvSpPr>
        <p:spPr>
          <a:xfrm>
            <a:off x="9052560" y="3163824"/>
            <a:ext cx="82296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30" dirty="0"/>
          </a:p>
        </p:txBody>
      </p:sp>
      <p:sp>
        <p:nvSpPr>
          <p:cNvPr id="40" name="Text 38"/>
          <p:cNvSpPr/>
          <p:nvPr/>
        </p:nvSpPr>
        <p:spPr>
          <a:xfrm>
            <a:off x="9875520" y="3163824"/>
            <a:ext cx="82296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9%</a:t>
            </a:r>
            <a:endParaRPr lang="en-US" sz="1130" dirty="0"/>
          </a:p>
        </p:txBody>
      </p:sp>
      <p:sp>
        <p:nvSpPr>
          <p:cNvPr id="41" name="Text 39"/>
          <p:cNvSpPr/>
          <p:nvPr/>
        </p:nvSpPr>
        <p:spPr>
          <a:xfrm>
            <a:off x="749808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</a:rPr>
              <a:t>方向对应机制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2926080" y="4315968"/>
            <a:ext cx="809244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470916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B76A"/>
                </a:solidFill>
              </a:rPr>
              <a:t>•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078992" y="4681728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01828"/>
                </a:solidFill>
              </a:rPr>
              <a:t>One-shot wrong / Hybrid right：8 例中 7 例关键证据在 recent window。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822960" y="525780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2D20"/>
                </a:solidFill>
              </a:rPr>
              <a:t>•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078992" y="5230368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01828"/>
                </a:solidFill>
              </a:rPr>
              <a:t>Hybrid wrong / One-shot right：7 例全部是 older evidence，被旧历史摘要预算挤压。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822960" y="580644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9009"/>
                </a:solidFill>
              </a:rPr>
              <a:t>•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078992" y="5779008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01828"/>
                </a:solidFill>
              </a:rPr>
              <a:t>Both wrong：7 例也全部是 older evidence，说明早中期证据最脆弱。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E4E7EC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" y="656539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Keep Recent or Keep Relevant?｜NLP class report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Takeaway：不要把 recency 直接当作 relevance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这个实验的结论不是 hybrid 好或 one-shot 好，而是历史压缩是一种信息分配策略。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41248" y="1170432"/>
            <a:ext cx="1042416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6172F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828"/>
                </a:solidFill>
              </a:rPr>
              <a:t>Recent-turn retention is useful, but conditional.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2176272"/>
            <a:ext cx="438912" cy="438912"/>
          </a:xfrm>
          <a:prstGeom prst="ellipse">
            <a:avLst/>
          </a:prstGeom>
          <a:solidFill>
            <a:srgbClr val="6172F3"/>
          </a:solidFill>
          <a:ln w="12700">
            <a:solidFill>
              <a:srgbClr val="6172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4942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72768" y="21488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01828"/>
                </a:solidFill>
              </a:rPr>
              <a:t>总准确率不足以评价压缩架构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572768" y="252374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475467"/>
                </a:solidFill>
              </a:rPr>
              <a:t>aggregate 会把 recent-relevant 的增益和 old-relevant 的损失平均掉。</a:t>
            </a:r>
            <a:endParaRPr lang="en-US" sz="1380" dirty="0"/>
          </a:p>
        </p:txBody>
      </p:sp>
      <p:sp>
        <p:nvSpPr>
          <p:cNvPr id="9" name="Shape 7"/>
          <p:cNvSpPr/>
          <p:nvPr/>
        </p:nvSpPr>
        <p:spPr>
          <a:xfrm>
            <a:off x="914400" y="3300984"/>
            <a:ext cx="438912" cy="438912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7413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72768" y="32735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01828"/>
                </a:solidFill>
              </a:rPr>
              <a:t>保留最近原文不是免费午餐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572768" y="3648456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475467"/>
                </a:solidFill>
              </a:rPr>
              <a:t>它保护最近证据，同时减少旧历史摘要预算并可能保留近期干扰。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914400" y="4425696"/>
            <a:ext cx="438912" cy="438912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9884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72768" y="439826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01828"/>
                </a:solidFill>
              </a:rPr>
              <a:t>更合理的目标：保留 relevant reasoning state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572768" y="477316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475467"/>
                </a:solidFill>
              </a:rPr>
              <a:t>下一步可以做 position-aware / relevance-aware 的动态压缩。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8887968" y="1965960"/>
            <a:ext cx="22860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2331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467"/>
                </a:solidFill>
              </a:rPr>
              <a:t>Final message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89720" y="278892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1828"/>
                </a:solidFill>
              </a:rPr>
              <a:t>Keep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01828"/>
                </a:solidFill>
              </a:rPr>
              <a:t>relevant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01828"/>
                </a:solidFill>
              </a:rPr>
              <a:t>reasoning state,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01828"/>
                </a:solidFill>
              </a:rPr>
              <a:t>not merely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01828"/>
                </a:solidFill>
              </a:rPr>
              <a:t>recent text.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098280" y="4617720"/>
            <a:ext cx="1874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87959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8"/>
                </a:solidFill>
              </a:rPr>
              <a:t>下一步：动态判断哪些历史片段更可能包含答案证据，再决定摘要 / 原文 / 检索。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E4E7EC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656539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Keep Recent or Keep Relevant?｜NLP class report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Keep Recent or Keep Relevant?</dc:title>
  <dc:subject>6-minute NLP class report deck</dc:subject>
  <dc:creator>OpenAI</dc:creator>
  <cp:lastModifiedBy>OpenAI</cp:lastModifiedBy>
  <cp:revision>1</cp:revision>
  <dcterms:created xsi:type="dcterms:W3CDTF">2026-06-14T04:27:12Z</dcterms:created>
  <dcterms:modified xsi:type="dcterms:W3CDTF">2026-06-14T04:27:12Z</dcterms:modified>
</cp:coreProperties>
</file>